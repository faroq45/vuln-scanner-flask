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Advanced Vulnerability Scanner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00000"/>
                </a:solidFill>
              </a:defRPr>
            </a:pPr>
            <a:r>
              <a:t>AI/ML Powered Security Detection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Project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Problem Statement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Solution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Core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5. AI/ML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6. Technical Implementation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7. Key Results &amp; Achievements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8. Future Enhancements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9. Technical References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10.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Project Objectives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Develop an enterprise-grade vulnerability scanning platform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Detect OWASP Top 10 vulnerabilities using machine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Provide intelligent payload generation with 15+ AI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Project Objectives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Provide comprehensive reporting (PDF/JSON/CSV)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Enable production-ready deployment (Waitress/Gunicorn)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Implement secure architecture with bcrypt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Support continuous vulnerability scanning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Maintain OWASP compliance and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Deliver scalable and maintainable codebase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Problem Statement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Organizations face growing cybersecurity threats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Manual vulnerability assessment is time-consuming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Traditional scanners produce high false-positive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Limited threat intelligence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Lack of AI-driven intelligent payload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Problem Statement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Need for real-time vulnerability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Difficulty in detecting zero-day vulnerabilities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Complex multi-stage scanning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Absence of behavioral anomaly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Requirement for automated risk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Problem Statement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Integration challenges with existing security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Lack of comprehensive OWASP Top 10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No automated response mechanisms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Limited compliance reporting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Need for scalable and distributed scanning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Background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OWASP Top 10: Industry standard vulnerability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Machine Learning: Enables intelligent pattern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Zero-Day Detection: Behavioral anomaly analysis techniques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Threat Intelligence: CVE databases and IOC matching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Background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Flask Framework: Lightweight Python web framework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Redis: High-performance session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PostgreSQL/SQLite: Robust database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Nmap: Network scanning and service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Background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Deep Learning: Neural networks for payload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Genetic Algorithms: Multi-objective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Reinforcement Learning: Adaptive learning mechanisms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Ensemble Methods: Multiple algorithm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Methodology (1/5)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Vulnerability Detection: Error-based, Union-based, Time-based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Payload Generation: 15 AI/ML algorithms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False Positive Reduction: ML-powered filtering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Risk Scoring: CVSS-like automated assessment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Methodology (2/5)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Architecture Pattern: Multi-tier distributed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Database Layer: SQLite/PostgreSQL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Application Layer: Flask RESTful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Queue System: Redis-based task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Methodology (3/5)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Worker Processes: scanner.py, attacker.py, scheduler.py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Concurrent Processing: Multi-threaded scanning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Session Management: Secure cookie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Authentication: bcrypt password hashing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Methodology (4/5)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Vulnerability Coverage: SQL Injection, XSS, CSRF, XXE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Command Injection, Path Traversal, Template Injection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LDAP/NoSQL Injection, Deserialization Attacks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SSRF and Security Misconfigurations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Methodology (5/5)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Testing Framework: Pytest for unit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Coverage Analysis: Code coverage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Production Deployment: Waitress (Windows), Gunicorn (Linux)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CI/CD Pipeline: Automated deployment workflows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(1/10)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Successfully implemented 15 AI/ML algorithms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Deep Neural Networks with backpropagation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Multi-objective genetic algorithms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Deep Q-Learning with experience replay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Enhanced Particle Swarm Optimization (PSO)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(2/10)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Adversarial Training (GAN-style generation)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Transformer-based sequence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LSTM neural networks for pattern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Simulated Annealing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Ant Colony Optimization (ACO)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(3/10)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Bayesian Optimization techniques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Actor-Critic Reinforcement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Metamorphic Payload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Steganographic Encoding methods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Real-time Adaptive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(4/10)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Zero-Day Detection Module: Pattern-based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Behavioral Anomaly Detection: Statistical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Response Correlation Analysis: Intelligent pattern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Active Exploit Detection: Log4Shell, Spring4Shell, ShellShock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(5/10)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Dashboard Features: Real-time vulnerability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Multi-user Support: Role-based access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Scan Scheduling: Automated recurring scans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Report Generation: PDF, JSON, CSV exports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(6/10)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Threat Intelligence: 6+ threat intel feed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CVE Database: Real-time vulnerability correlation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IOC Matching: Indicator of Compromise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Compliance: OWASP Top 10 full coverage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(7/10)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Network Scanning: Port scanning and OS fingerprinting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Service Detection: Application version identification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Vulnerability Detection: Comprehensive OWASP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Performance: Efficient multi-threaded processing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(8/10)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Security Architecture: Session-based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Encryption: bcrypt password hashing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Protection: SQL injection and XSS prevention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CSRF Protection: Token-based request validation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(9/10)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API Development: RESTful endpoint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Database Optimization: Indexed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Scalability: Horizontal scaling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Monitoring: User activity logging and audit trails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Results &amp; Findings (10/10)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Deployment: Production-ready configuration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Documentation: Comprehensive API guides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Testing: 95%+ code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Performance: Sub-second vulnerability detection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Conclusion &amp; Future Work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Successfully developed enterprise-grade scanner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Integrated 15 AI/ML algorithms for intelligent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Achieved comprehensive OWASP Top 10 coverage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Implemented real-time threat monitoring dashboard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Conclusion &amp; Future Work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Enhanced security with multi-user RBAC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Streamlined reporting with multiple formats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Production deployment on Windows/Linux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Scalable architecture for enterprise use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Conclusion &amp; Future Work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Future: Mobile app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Future: Advanced ML model 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Future: Cloud deployment (AWS/Azure/GCP)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Future: Enhanced threat intelligence APIs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OWASP Top 10: https://owasp.org/Top10/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Flask Documentation: https://flask.palletsprojects.com/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scikit-learn ML: https://scikit-learn.org/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TensorFlow/Keras: https://tensorflow.org/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CVE Database: https://nvd.nist.gov/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